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83" r:id="rId2"/>
    <p:sldId id="284" r:id="rId3"/>
    <p:sldId id="257" r:id="rId4"/>
    <p:sldId id="282" r:id="rId5"/>
    <p:sldId id="261" r:id="rId6"/>
    <p:sldId id="268" r:id="rId7"/>
  </p:sldIdLst>
  <p:sldSz cx="12188825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1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howGuides="1">
      <p:cViewPr varScale="1">
        <p:scale>
          <a:sx n="73" d="100"/>
          <a:sy n="73" d="100"/>
        </p:scale>
        <p:origin x="534" y="11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5" d="100"/>
          <a:sy n="65" d="100"/>
        </p:scale>
        <p:origin x="2796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6D341-6D40-498C-B355-1A6B10FB4029}" type="datetimeFigureOut">
              <a:rPr lang="en-US"/>
              <a:t>3/26/2024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86A95-D0A4-44B9-98DA-3665758D826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984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E7497-3723-4859-BCC5-41DA474F1359}" type="datetimeFigureOut">
              <a:rPr lang="en-US"/>
              <a:t>3/26/2024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821A9-1C31-4760-BDBC-9A0BA471B1B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2161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To replace a picture, just select and delete it. Then use the Insert Picture icon to replace it with one of your own!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3821A9-1C31-4760-BDBC-9A0BA471B1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22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2" y="1643064"/>
            <a:ext cx="9144002" cy="2928936"/>
          </a:xfrm>
        </p:spPr>
        <p:txBody>
          <a:bodyPr>
            <a:noAutofit/>
          </a:bodyPr>
          <a:lstStyle>
            <a:lvl1pPr algn="ctr">
              <a:lnSpc>
                <a:spcPct val="80000"/>
              </a:lnSpc>
              <a:defRPr sz="5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572000"/>
            <a:ext cx="9144000" cy="106679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3/26/2024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2594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2" y="4843464"/>
            <a:ext cx="9144002" cy="947736"/>
          </a:xfrm>
        </p:spPr>
        <p:txBody>
          <a:bodyPr>
            <a:normAutofit/>
          </a:bodyPr>
          <a:lstStyle>
            <a:lvl1pPr algn="ctr">
              <a:lnSpc>
                <a:spcPct val="80000"/>
              </a:lnSpc>
              <a:defRPr sz="5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791200"/>
            <a:ext cx="9144000" cy="457200"/>
          </a:xfrm>
        </p:spPr>
        <p:txBody>
          <a:bodyPr wrap="square">
            <a:norm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8" name="Rectangle 7"/>
          <p:cNvSpPr/>
          <p:nvPr/>
        </p:nvSpPr>
        <p:spPr bwMode="gray">
          <a:xfrm rot="185582">
            <a:off x="1414576" y="762623"/>
            <a:ext cx="2947013" cy="3684469"/>
          </a:xfrm>
          <a:prstGeom prst="rect">
            <a:avLst/>
          </a:prstGeom>
          <a:solidFill>
            <a:schemeClr val="bg1"/>
          </a:solidFill>
          <a:ln w="190500">
            <a:noFill/>
            <a:miter lim="800000"/>
          </a:ln>
          <a:effectLst>
            <a:outerShdw blurRad="88900" sx="101000" sy="101000" algn="ctr" rotWithShape="0">
              <a:schemeClr val="accent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 bwMode="gray">
          <a:xfrm>
            <a:off x="1634550" y="917753"/>
            <a:ext cx="2592388" cy="3314700"/>
          </a:xfrm>
          <a:solidFill>
            <a:schemeClr val="bg1">
              <a:lumMod val="95000"/>
            </a:schemeClr>
          </a:solidFill>
          <a:ln w="152400">
            <a:solidFill>
              <a:schemeClr val="bg1"/>
            </a:solidFill>
            <a:miter lim="800000"/>
          </a:ln>
          <a:effectLst>
            <a:outerShdw blurRad="88900" sx="101000" sy="101000" algn="tl" rotWithShape="0">
              <a:schemeClr val="accent1">
                <a:lumMod val="50000"/>
                <a:alpha val="15000"/>
              </a:schemeClr>
            </a:outerShdw>
          </a:effectLst>
        </p:spPr>
        <p:txBody>
          <a:bodyPr tIns="457200"/>
          <a:lstStyle>
            <a:lvl1pPr marL="4572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7" name="Rectangle 6"/>
          <p:cNvSpPr/>
          <p:nvPr/>
        </p:nvSpPr>
        <p:spPr bwMode="gray">
          <a:xfrm rot="120000">
            <a:off x="4600738" y="740343"/>
            <a:ext cx="2947013" cy="3684469"/>
          </a:xfrm>
          <a:prstGeom prst="rect">
            <a:avLst/>
          </a:prstGeom>
          <a:solidFill>
            <a:schemeClr val="bg1"/>
          </a:solidFill>
          <a:ln w="190500">
            <a:noFill/>
            <a:miter lim="800000"/>
          </a:ln>
          <a:effectLst>
            <a:outerShdw blurRad="88900" sx="101000" sy="101000" algn="ctr" rotWithShape="0">
              <a:schemeClr val="accent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4"/>
          </p:nvPr>
        </p:nvSpPr>
        <p:spPr bwMode="gray">
          <a:xfrm>
            <a:off x="4787507" y="917753"/>
            <a:ext cx="2592388" cy="3314700"/>
          </a:xfrm>
          <a:solidFill>
            <a:schemeClr val="bg1">
              <a:lumMod val="95000"/>
            </a:schemeClr>
          </a:solidFill>
          <a:ln w="152400">
            <a:solidFill>
              <a:schemeClr val="bg1"/>
            </a:solidFill>
            <a:miter lim="800000"/>
          </a:ln>
          <a:effectLst>
            <a:outerShdw blurRad="88900" sx="101000" sy="101000" algn="tl" rotWithShape="0">
              <a:schemeClr val="accent1">
                <a:lumMod val="50000"/>
                <a:alpha val="15000"/>
              </a:schemeClr>
            </a:outerShdw>
          </a:effectLst>
        </p:spPr>
        <p:txBody>
          <a:bodyPr tIns="457200"/>
          <a:lstStyle>
            <a:lvl1pPr marL="4572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 bwMode="gray">
          <a:xfrm rot="21480000">
            <a:off x="7775260" y="727477"/>
            <a:ext cx="2947013" cy="3684469"/>
          </a:xfrm>
          <a:prstGeom prst="rect">
            <a:avLst/>
          </a:prstGeom>
          <a:solidFill>
            <a:schemeClr val="bg1"/>
          </a:solidFill>
          <a:ln w="190500">
            <a:noFill/>
            <a:miter lim="800000"/>
          </a:ln>
          <a:effectLst>
            <a:outerShdw blurRad="88900" sx="101000" sy="101000" algn="ctr" rotWithShape="0">
              <a:schemeClr val="accent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5"/>
          </p:nvPr>
        </p:nvSpPr>
        <p:spPr bwMode="gray">
          <a:xfrm>
            <a:off x="7940463" y="917753"/>
            <a:ext cx="2592388" cy="3314701"/>
          </a:xfrm>
          <a:solidFill>
            <a:schemeClr val="bg1">
              <a:lumMod val="95000"/>
            </a:schemeClr>
          </a:solidFill>
          <a:ln w="152400">
            <a:solidFill>
              <a:schemeClr val="bg1"/>
            </a:solidFill>
            <a:miter lim="800000"/>
          </a:ln>
          <a:effectLst>
            <a:outerShdw blurRad="88900" sx="101000" sy="101000" algn="tl" rotWithShape="0">
              <a:schemeClr val="accent1">
                <a:lumMod val="50000"/>
                <a:alpha val="15000"/>
              </a:schemeClr>
            </a:outerShdw>
          </a:effectLst>
        </p:spPr>
        <p:txBody>
          <a:bodyPr tIns="457200"/>
          <a:lstStyle>
            <a:lvl1pPr marL="4572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3/26/2024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100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ternate Title Slide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4843464"/>
            <a:ext cx="9144002" cy="947736"/>
          </a:xfrm>
        </p:spPr>
        <p:txBody>
          <a:bodyPr>
            <a:normAutofit/>
          </a:bodyPr>
          <a:lstStyle>
            <a:lvl1pPr algn="ctr">
              <a:lnSpc>
                <a:spcPct val="80000"/>
              </a:lnSpc>
              <a:defRPr sz="5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791200"/>
            <a:ext cx="9144000" cy="457200"/>
          </a:xfrm>
        </p:spPr>
        <p:txBody>
          <a:bodyPr wrap="square">
            <a:norm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1853090" y="685800"/>
            <a:ext cx="2743200" cy="3913632"/>
          </a:xfrm>
          <a:solidFill>
            <a:schemeClr val="bg1">
              <a:lumMod val="95000"/>
            </a:schemeClr>
          </a:solidFill>
          <a:ln w="127000">
            <a:noFill/>
            <a:miter lim="800000"/>
          </a:ln>
          <a:effectLst>
            <a:outerShdw blurRad="88900" sx="101000" sy="101000" algn="ctr" rotWithShape="0">
              <a:schemeClr val="accent1">
                <a:lumMod val="50000"/>
                <a:alpha val="15000"/>
              </a:schemeClr>
            </a:outerShdw>
          </a:effectLst>
        </p:spPr>
        <p:txBody>
          <a:bodyPr tIns="457200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12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4"/>
          </p:nvPr>
        </p:nvSpPr>
        <p:spPr>
          <a:xfrm>
            <a:off x="4722812" y="685800"/>
            <a:ext cx="2743200" cy="3913632"/>
          </a:xfrm>
          <a:solidFill>
            <a:schemeClr val="bg1">
              <a:lumMod val="95000"/>
            </a:schemeClr>
          </a:solidFill>
          <a:ln w="127000">
            <a:noFill/>
            <a:miter lim="800000"/>
          </a:ln>
          <a:effectLst>
            <a:outerShdw blurRad="88900" sx="101000" sy="101000" algn="ctr" rotWithShape="0">
              <a:schemeClr val="accent1">
                <a:lumMod val="50000"/>
                <a:alpha val="15000"/>
              </a:schemeClr>
            </a:outerShdw>
          </a:effectLst>
        </p:spPr>
        <p:txBody>
          <a:bodyPr vert="horz" lIns="91440" tIns="457200" rIns="91440" bIns="45720" rtlCol="0">
            <a:normAutofit/>
          </a:bodyPr>
          <a:lstStyle>
            <a:lvl1pPr marL="0" indent="-228600" algn="ctr">
              <a:buNone/>
              <a:defRPr/>
            </a:lvl1pPr>
          </a:lstStyle>
          <a:p>
            <a:pPr marL="45720" lvl="0" indent="0" algn="ctr"/>
            <a:r>
              <a:rPr lang="en-US" smtClean="0"/>
              <a:t>Click icon to add picture</a:t>
            </a:r>
            <a:endParaRPr/>
          </a:p>
        </p:txBody>
      </p:sp>
      <p:sp>
        <p:nvSpPr>
          <p:cNvPr id="13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5"/>
          </p:nvPr>
        </p:nvSpPr>
        <p:spPr>
          <a:xfrm>
            <a:off x="7592534" y="685800"/>
            <a:ext cx="2743200" cy="3913632"/>
          </a:xfrm>
          <a:solidFill>
            <a:schemeClr val="bg1">
              <a:lumMod val="95000"/>
            </a:schemeClr>
          </a:solidFill>
          <a:ln w="127000">
            <a:noFill/>
            <a:miter lim="800000"/>
          </a:ln>
          <a:effectLst>
            <a:outerShdw blurRad="88900" sx="101000" sy="101000" algn="ctr" rotWithShape="0">
              <a:schemeClr val="accent1">
                <a:lumMod val="50000"/>
                <a:alpha val="15000"/>
              </a:schemeClr>
            </a:outerShdw>
          </a:effectLst>
        </p:spPr>
        <p:txBody>
          <a:bodyPr vert="horz" lIns="91440" tIns="457200" rIns="91440" bIns="45720" rtlCol="0">
            <a:normAutofit/>
          </a:bodyPr>
          <a:lstStyle>
            <a:lvl1pPr marL="0" indent="-228600" algn="ctr">
              <a:buNone/>
              <a:defRPr/>
            </a:lvl1pPr>
          </a:lstStyle>
          <a:p>
            <a:pPr marL="45720" lvl="0" indent="0" algn="ctr"/>
            <a:r>
              <a:rPr lang="en-US" smtClean="0"/>
              <a:t>Click icon to add picture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3/26/2024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60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3/26/2024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188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 bwMode="gray">
          <a:xfrm>
            <a:off x="2159492" y="0"/>
            <a:ext cx="9345120" cy="685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52400">
            <a:noFill/>
            <a:miter lim="800000"/>
          </a:ln>
          <a:effectLst>
            <a:outerShdw blurRad="88900" sx="101000" sy="101000" algn="ctr" rotWithShape="0">
              <a:schemeClr val="accent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5612" y="319088"/>
            <a:ext cx="7670802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2" name="Rectangle 11"/>
          <p:cNvSpPr/>
          <p:nvPr/>
        </p:nvSpPr>
        <p:spPr bwMode="gray">
          <a:xfrm rot="21379692">
            <a:off x="322262" y="211183"/>
            <a:ext cx="1542449" cy="2051702"/>
          </a:xfrm>
          <a:prstGeom prst="rect">
            <a:avLst/>
          </a:prstGeom>
          <a:solidFill>
            <a:schemeClr val="bg1"/>
          </a:solidFill>
          <a:ln w="190500">
            <a:noFill/>
            <a:miter lim="800000"/>
          </a:ln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icture Placeholder 13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 bwMode="gray">
          <a:xfrm rot="180000">
            <a:off x="357415" y="280969"/>
            <a:ext cx="1446157" cy="1965874"/>
          </a:xfr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  <a:miter lim="800000"/>
          </a:ln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tIns="182880">
            <a:normAutofit/>
          </a:bodyPr>
          <a:lstStyle>
            <a:lvl1pPr marL="45720" indent="0" algn="ctr"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5612" y="1643063"/>
            <a:ext cx="7670802" cy="4529137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cxnSp>
        <p:nvCxnSpPr>
          <p:cNvPr id="8" name="Straight Connector 7"/>
          <p:cNvCxnSpPr/>
          <p:nvPr/>
        </p:nvCxnSpPr>
        <p:spPr>
          <a:xfrm>
            <a:off x="2309812" y="0"/>
            <a:ext cx="0" cy="6858000"/>
          </a:xfrm>
          <a:prstGeom prst="line">
            <a:avLst/>
          </a:prstGeom>
          <a:noFill/>
          <a:ln w="19050">
            <a:solidFill>
              <a:schemeClr val="accent3">
                <a:lumMod val="50000"/>
                <a:alpha val="15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352212" y="0"/>
            <a:ext cx="0" cy="6858000"/>
          </a:xfrm>
          <a:prstGeom prst="line">
            <a:avLst/>
          </a:prstGeom>
          <a:noFill/>
          <a:ln w="19050">
            <a:solidFill>
              <a:schemeClr val="accent3">
                <a:lumMod val="50000"/>
                <a:alpha val="15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3/26/2024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595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643064"/>
            <a:ext cx="9144002" cy="2928936"/>
          </a:xfrm>
        </p:spPr>
        <p:txBody>
          <a:bodyPr anchor="b">
            <a:normAutofit/>
          </a:bodyPr>
          <a:lstStyle>
            <a:lvl1pPr algn="ctr">
              <a:lnSpc>
                <a:spcPct val="80000"/>
              </a:lnSpc>
              <a:defRPr sz="56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4572000"/>
            <a:ext cx="9144000" cy="1066799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3/26/2024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2338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2" y="1643063"/>
            <a:ext cx="4480560" cy="45291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5854" y="1643063"/>
            <a:ext cx="4480560" cy="45291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3/26/2024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626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624372"/>
            <a:ext cx="4480560" cy="737828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438400"/>
            <a:ext cx="4480560" cy="37337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5854" y="1624372"/>
            <a:ext cx="4480560" cy="737828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5854" y="2438400"/>
            <a:ext cx="4480560" cy="37337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3/26/2024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4432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3/26/2024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429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3/26/2024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3250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2" y="1462088"/>
            <a:ext cx="3124201" cy="1966912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685800"/>
            <a:ext cx="647700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1" y="3429000"/>
            <a:ext cx="3124201" cy="18288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3/26/2024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6392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gray">
          <a:xfrm>
            <a:off x="7313612" y="0"/>
            <a:ext cx="4191002" cy="6858000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effectLst>
            <a:outerShdw blurRad="88900" sx="101000" sy="101000" algn="ctr" rotWithShape="0">
              <a:schemeClr val="accent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>
          <a:xfrm>
            <a:off x="7466012" y="0"/>
            <a:ext cx="0" cy="6858000"/>
          </a:xfrm>
          <a:prstGeom prst="line">
            <a:avLst/>
          </a:prstGeom>
          <a:noFill/>
          <a:ln w="19050">
            <a:solidFill>
              <a:schemeClr val="accent3">
                <a:lumMod val="50000"/>
                <a:alpha val="15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352212" y="0"/>
            <a:ext cx="0" cy="6858000"/>
          </a:xfrm>
          <a:prstGeom prst="line">
            <a:avLst/>
          </a:prstGeom>
          <a:noFill/>
          <a:ln w="19050">
            <a:solidFill>
              <a:schemeClr val="accent3">
                <a:lumMod val="50000"/>
                <a:alpha val="15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2" y="1643063"/>
            <a:ext cx="3124201" cy="277653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5" name="Rectangle 14"/>
          <p:cNvSpPr/>
          <p:nvPr/>
        </p:nvSpPr>
        <p:spPr bwMode="gray">
          <a:xfrm rot="120000">
            <a:off x="654916" y="532501"/>
            <a:ext cx="6103614" cy="5715899"/>
          </a:xfrm>
          <a:prstGeom prst="rect">
            <a:avLst/>
          </a:prstGeom>
          <a:solidFill>
            <a:schemeClr val="bg1"/>
          </a:solidFill>
          <a:ln w="190500">
            <a:noFill/>
            <a:miter lim="800000"/>
          </a:ln>
          <a:effectLst>
            <a:outerShdw blurRad="88900" algn="ctr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 bwMode="gray">
          <a:xfrm>
            <a:off x="745586" y="609600"/>
            <a:ext cx="5914664" cy="5562600"/>
          </a:xfrm>
          <a:solidFill>
            <a:srgbClr val="FFFFFF">
              <a:shade val="85000"/>
            </a:srgbClr>
          </a:solidFill>
          <a:ln w="152400" cap="flat" cmpd="sng">
            <a:solidFill>
              <a:srgbClr val="FFFFFF"/>
            </a:solidFill>
            <a:miter lim="800000"/>
          </a:ln>
          <a:effectLst>
            <a:outerShdw blurRad="88900" sx="101000" sy="101000" algn="tl" rotWithShape="0">
              <a:schemeClr val="accent1">
                <a:lumMod val="50000"/>
                <a:alpha val="15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prstMaterial="matte">
            <a:bevelT w="25400" h="19050"/>
            <a:contourClr>
              <a:srgbClr val="FFFFFF"/>
            </a:contourClr>
          </a:sp3d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2" y="4423913"/>
            <a:ext cx="3124201" cy="1748287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pPr/>
              <a:t>3/26/2024</a:t>
            </a:fld>
            <a:endParaRPr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547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3/26/2024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4875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18612" y="685801"/>
            <a:ext cx="1828801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3" y="685800"/>
            <a:ext cx="7924799" cy="54864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3/26/2024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3227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684211" y="0"/>
            <a:ext cx="10820402" cy="6858000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effectLst>
            <a:outerShdw blurRad="88900" sx="101000" sy="101000" algn="ctr" rotWithShape="0">
              <a:schemeClr val="accent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Straight Connector 7"/>
          <p:cNvCxnSpPr/>
          <p:nvPr/>
        </p:nvCxnSpPr>
        <p:spPr>
          <a:xfrm>
            <a:off x="836612" y="0"/>
            <a:ext cx="0" cy="6858000"/>
          </a:xfrm>
          <a:prstGeom prst="line">
            <a:avLst/>
          </a:prstGeom>
          <a:noFill/>
          <a:ln w="19050">
            <a:solidFill>
              <a:schemeClr val="accent3">
                <a:lumMod val="50000"/>
                <a:alpha val="15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352212" y="0"/>
            <a:ext cx="0" cy="6858000"/>
          </a:xfrm>
          <a:prstGeom prst="line">
            <a:avLst/>
          </a:prstGeom>
          <a:noFill/>
          <a:ln w="19050">
            <a:solidFill>
              <a:schemeClr val="accent3">
                <a:lumMod val="50000"/>
                <a:alpha val="15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319088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643063"/>
            <a:ext cx="9144000" cy="4529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07885" y="6400801"/>
            <a:ext cx="6796327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56612" y="6400801"/>
            <a:ext cx="11676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753D76A-AFCE-4D96-B917-CBEF96F7D1EB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52012" y="6400801"/>
            <a:ext cx="9144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25A965E-3C11-4F28-82DC-E30D63FAC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839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50" r:id="rId4"/>
    <p:sldLayoutId id="214748366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025" y="1004887"/>
            <a:ext cx="4676775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25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522414" y="319088"/>
            <a:ext cx="91440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Team Members </a:t>
            </a:r>
            <a:endParaRPr lang="en-US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522414" y="1643063"/>
            <a:ext cx="9144000" cy="4529137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Tehreem Raghib                    49005</a:t>
            </a:r>
          </a:p>
          <a:p>
            <a:r>
              <a:rPr lang="en-US" b="1" dirty="0" smtClean="0"/>
              <a:t>Minahil Shareef                     49004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3809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522412" y="4876800"/>
            <a:ext cx="9144002" cy="1219200"/>
          </a:xfrm>
        </p:spPr>
        <p:txBody>
          <a:bodyPr>
            <a:normAutofit/>
          </a:bodyPr>
          <a:lstStyle/>
          <a:p>
            <a:r>
              <a:rPr lang="en-GB" sz="2000" b="1" dirty="0" smtClean="0"/>
              <a:t>“Desi Ventures</a:t>
            </a:r>
            <a:r>
              <a:rPr lang="en-GB" sz="2000" dirty="0" smtClean="0"/>
              <a:t> is </a:t>
            </a:r>
            <a:r>
              <a:rPr lang="en-GB" sz="2000" dirty="0"/>
              <a:t>your go-to online platform for ordering and enjoying authentic </a:t>
            </a:r>
            <a:r>
              <a:rPr lang="en-GB" sz="2000" dirty="0" smtClean="0"/>
              <a:t>Desi </a:t>
            </a:r>
            <a:r>
              <a:rPr lang="en-GB" sz="2000" dirty="0"/>
              <a:t>cuisine from the comfort of your </a:t>
            </a:r>
            <a:r>
              <a:rPr lang="en-GB" sz="2000" dirty="0" smtClean="0"/>
              <a:t>home. </a:t>
            </a:r>
            <a:r>
              <a:rPr lang="en-GB" sz="2000" dirty="0"/>
              <a:t>With just a few clicks, customers can explore a diverse menu of traditional dishes, customize their orders, and have their favourite meals delivered right to their doorstep. </a:t>
            </a:r>
            <a:r>
              <a:rPr lang="en-GB" sz="2000" dirty="0" smtClean="0"/>
              <a:t>”</a:t>
            </a:r>
            <a:endParaRPr lang="en-US" sz="2000" dirty="0">
              <a:latin typeface="Bell MT" panose="02020503060305020303" pitchFamily="18" charset="0"/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" b="775"/>
          <a:stretch>
            <a:fillRect/>
          </a:stretch>
        </p:blipFill>
        <p:spPr/>
      </p:pic>
      <p:pic>
        <p:nvPicPr>
          <p:cNvPr id="10" name="Picture Placeholder 9"/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96" r="10896"/>
          <a:stretch>
            <a:fillRect/>
          </a:stretch>
        </p:blipFill>
        <p:spPr/>
      </p:pic>
      <p:pic>
        <p:nvPicPr>
          <p:cNvPr id="14" name="Picture Placeholder 13"/>
          <p:cNvPicPr>
            <a:picLocks noGrp="1" noChangeAspect="1"/>
          </p:cNvPicPr>
          <p:nvPr>
            <p:ph type="pic" sz="quarter" idx="1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57" b="745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3818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Increased Menu </a:t>
            </a:r>
            <a:r>
              <a:rPr lang="en-US" b="1" dirty="0" smtClean="0"/>
              <a:t>Visibility</a:t>
            </a:r>
            <a:endParaRPr lang="en-US" dirty="0"/>
          </a:p>
          <a:p>
            <a:pPr lvl="0"/>
            <a:r>
              <a:rPr lang="en-US" b="1" dirty="0"/>
              <a:t>Seamless Ordering </a:t>
            </a:r>
            <a:r>
              <a:rPr lang="en-US" b="1" dirty="0" smtClean="0"/>
              <a:t>Experience</a:t>
            </a:r>
            <a:r>
              <a:rPr lang="en-US" dirty="0"/>
              <a:t> </a:t>
            </a:r>
            <a:endParaRPr lang="en-US" dirty="0" smtClean="0"/>
          </a:p>
          <a:p>
            <a:pPr lvl="0"/>
            <a:r>
              <a:rPr lang="en-US" b="1" dirty="0" smtClean="0"/>
              <a:t>User </a:t>
            </a:r>
            <a:r>
              <a:rPr lang="en-US" b="1" dirty="0"/>
              <a:t>Account </a:t>
            </a:r>
            <a:r>
              <a:rPr lang="en-US" b="1" dirty="0" smtClean="0"/>
              <a:t>Management</a:t>
            </a:r>
            <a:endParaRPr lang="en-US" dirty="0"/>
          </a:p>
          <a:p>
            <a:pPr lvl="0"/>
            <a:r>
              <a:rPr lang="en-US" b="1" dirty="0"/>
              <a:t>Efficient Cart </a:t>
            </a:r>
            <a:r>
              <a:rPr lang="en-US" b="1" dirty="0" smtClean="0"/>
              <a:t>Management</a:t>
            </a:r>
          </a:p>
          <a:p>
            <a:pPr lvl="0"/>
            <a:r>
              <a:rPr lang="en-US" b="1" dirty="0" smtClean="0"/>
              <a:t>Reliable </a:t>
            </a:r>
            <a:r>
              <a:rPr lang="en-US" b="1" dirty="0"/>
              <a:t>Delivery </a:t>
            </a:r>
            <a:r>
              <a:rPr lang="en-US" b="1" dirty="0" smtClean="0"/>
              <a:t>Service</a:t>
            </a:r>
          </a:p>
          <a:p>
            <a:pPr lvl="0"/>
            <a:r>
              <a:rPr lang="en-US" b="1" dirty="0" smtClean="0"/>
              <a:t>Feedback Collection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085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Search menu item.</a:t>
            </a:r>
          </a:p>
          <a:p>
            <a:r>
              <a:rPr lang="en-US" dirty="0" smtClean="0"/>
              <a:t>Menu</a:t>
            </a:r>
            <a:endParaRPr lang="en-US" dirty="0"/>
          </a:p>
          <a:p>
            <a:r>
              <a:rPr lang="en-US" dirty="0" smtClean="0"/>
              <a:t>Log in / Sign up</a:t>
            </a:r>
          </a:p>
          <a:p>
            <a:r>
              <a:rPr lang="en-US" dirty="0" smtClean="0"/>
              <a:t>Cart management</a:t>
            </a:r>
          </a:p>
          <a:p>
            <a:r>
              <a:rPr lang="en-US" dirty="0" smtClean="0"/>
              <a:t>Order details</a:t>
            </a:r>
          </a:p>
          <a:p>
            <a:r>
              <a:rPr lang="en-US" dirty="0" smtClean="0"/>
              <a:t>Delivery</a:t>
            </a:r>
          </a:p>
          <a:p>
            <a:r>
              <a:rPr lang="en-US" dirty="0" smtClean="0"/>
              <a:t>Contact us </a:t>
            </a:r>
          </a:p>
          <a:p>
            <a:r>
              <a:rPr lang="en-US" dirty="0" smtClean="0"/>
              <a:t>Reviews </a:t>
            </a:r>
            <a:endParaRPr lang="en-US" dirty="0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4" b="478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21346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Conclusion: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Desi Venture is the key to unlocking the home chef's culinary potential. With objectives focused on visibility, efficiency, and support</a:t>
            </a:r>
            <a:endParaRPr lang="en-US" dirty="0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30" b="463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9738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Food Gourmet 16x9">
  <a:themeElements>
    <a:clrScheme name="FoodGourmet">
      <a:dk1>
        <a:srgbClr val="4D0511"/>
      </a:dk1>
      <a:lt1>
        <a:sysClr val="window" lastClr="FFFFFF"/>
      </a:lt1>
      <a:dk2>
        <a:srgbClr val="000000"/>
      </a:dk2>
      <a:lt2>
        <a:srgbClr val="DDDDDD"/>
      </a:lt2>
      <a:accent1>
        <a:srgbClr val="CA2A1E"/>
      </a:accent1>
      <a:accent2>
        <a:srgbClr val="EE6612"/>
      </a:accent2>
      <a:accent3>
        <a:srgbClr val="EBA61D"/>
      </a:accent3>
      <a:accent4>
        <a:srgbClr val="70A22E"/>
      </a:accent4>
      <a:accent5>
        <a:srgbClr val="359986"/>
      </a:accent5>
      <a:accent6>
        <a:srgbClr val="8159A4"/>
      </a:accent6>
      <a:hlink>
        <a:srgbClr val="3777BD"/>
      </a:hlink>
      <a:folHlink>
        <a:srgbClr val="B2B2B2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31.potx" id="{8F8E9E25-2C38-4717-A833-0DAE028C25C2}" vid="{14501FF6-4632-48E1-9292-473BD8D8197B}"/>
    </a:ext>
  </a:extLst>
</a:theme>
</file>

<file path=ppt/theme/theme2.xml><?xml version="1.0" encoding="utf-8"?>
<a:theme xmlns:a="http://schemas.openxmlformats.org/drawingml/2006/main" name="Office Theme">
  <a:themeElements>
    <a:clrScheme name="FoodGourmet">
      <a:dk1>
        <a:srgbClr val="4D0511"/>
      </a:dk1>
      <a:lt1>
        <a:sysClr val="window" lastClr="FFFFFF"/>
      </a:lt1>
      <a:dk2>
        <a:srgbClr val="000000"/>
      </a:dk2>
      <a:lt2>
        <a:srgbClr val="DDDDDD"/>
      </a:lt2>
      <a:accent1>
        <a:srgbClr val="CA2A1E"/>
      </a:accent1>
      <a:accent2>
        <a:srgbClr val="EE6612"/>
      </a:accent2>
      <a:accent3>
        <a:srgbClr val="EBA61D"/>
      </a:accent3>
      <a:accent4>
        <a:srgbClr val="70A22E"/>
      </a:accent4>
      <a:accent5>
        <a:srgbClr val="359986"/>
      </a:accent5>
      <a:accent6>
        <a:srgbClr val="8159A4"/>
      </a:accent6>
      <a:hlink>
        <a:srgbClr val="3777BD"/>
      </a:hlink>
      <a:folHlink>
        <a:srgbClr val="B2B2B2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FoodGourmet">
      <a:dk1>
        <a:srgbClr val="4D0511"/>
      </a:dk1>
      <a:lt1>
        <a:sysClr val="window" lastClr="FFFFFF"/>
      </a:lt1>
      <a:dk2>
        <a:srgbClr val="000000"/>
      </a:dk2>
      <a:lt2>
        <a:srgbClr val="DDDDDD"/>
      </a:lt2>
      <a:accent1>
        <a:srgbClr val="CA2A1E"/>
      </a:accent1>
      <a:accent2>
        <a:srgbClr val="EE6612"/>
      </a:accent2>
      <a:accent3>
        <a:srgbClr val="EBA61D"/>
      </a:accent3>
      <a:accent4>
        <a:srgbClr val="70A22E"/>
      </a:accent4>
      <a:accent5>
        <a:srgbClr val="359986"/>
      </a:accent5>
      <a:accent6>
        <a:srgbClr val="8159A4"/>
      </a:accent6>
      <a:hlink>
        <a:srgbClr val="3777BD"/>
      </a:hlink>
      <a:folHlink>
        <a:srgbClr val="B2B2B2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Food - preparation to presentation (widescreen)</Template>
  <TotalTime>220</TotalTime>
  <Words>153</Words>
  <Application>Microsoft Office PowerPoint</Application>
  <PresentationFormat>Custom</PresentationFormat>
  <Paragraphs>24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Bell MT</vt:lpstr>
      <vt:lpstr>Cambria</vt:lpstr>
      <vt:lpstr>Food Gourmet 16x9</vt:lpstr>
      <vt:lpstr>PowerPoint Presentation</vt:lpstr>
      <vt:lpstr>PowerPoint Presentation</vt:lpstr>
      <vt:lpstr>“Desi Ventures is your go-to online platform for ordering and enjoying authentic Desi cuisine from the comfort of your home. With just a few clicks, customers can explore a diverse menu of traditional dishes, customize their orders, and have their favourite meals delivered right to their doorstep. ”</vt:lpstr>
      <vt:lpstr>Objectives</vt:lpstr>
      <vt:lpstr>Modules </vt:lpstr>
      <vt:lpstr>Conclusion: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 Ventures</dc:title>
  <dc:creator>Admin</dc:creator>
  <cp:lastModifiedBy>Admin</cp:lastModifiedBy>
  <cp:revision>9</cp:revision>
  <dcterms:created xsi:type="dcterms:W3CDTF">2024-03-26T03:58:54Z</dcterms:created>
  <dcterms:modified xsi:type="dcterms:W3CDTF">2024-03-26T07:39:11Z</dcterms:modified>
</cp:coreProperties>
</file>