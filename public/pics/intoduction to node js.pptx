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63" r:id="rId16"/>
    <p:sldId id="264" r:id="rId17"/>
    <p:sldId id="265" r:id="rId18"/>
    <p:sldId id="270" r:id="rId19"/>
    <p:sldId id="271" r:id="rId20"/>
    <p:sldId id="266" r:id="rId21"/>
    <p:sldId id="267" r:id="rId22"/>
    <p:sldId id="268" r:id="rId23"/>
    <p:sldId id="269" r:id="rId24"/>
    <p:sldId id="272" r:id="rId25"/>
    <p:sldId id="27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e1edebd5ffb98195" providerId="LiveId" clId="{E8FE37EE-F68B-484C-9BDA-A5B31C68D5B0}"/>
    <pc:docChg chg="custSel addSld modSld">
      <pc:chgData name="" userId="e1edebd5ffb98195" providerId="LiveId" clId="{E8FE37EE-F68B-484C-9BDA-A5B31C68D5B0}" dt="2023-12-19T09:18:52.816" v="151" actId="20577"/>
      <pc:docMkLst>
        <pc:docMk/>
      </pc:docMkLst>
      <pc:sldChg chg="modSp">
        <pc:chgData name="" userId="e1edebd5ffb98195" providerId="LiveId" clId="{E8FE37EE-F68B-484C-9BDA-A5B31C68D5B0}" dt="2023-12-19T09:18:52.816" v="151" actId="20577"/>
        <pc:sldMkLst>
          <pc:docMk/>
          <pc:sldMk cId="1474630756" sldId="256"/>
        </pc:sldMkLst>
        <pc:spChg chg="mod">
          <ac:chgData name="" userId="e1edebd5ffb98195" providerId="LiveId" clId="{E8FE37EE-F68B-484C-9BDA-A5B31C68D5B0}" dt="2023-12-19T09:18:52.816" v="151" actId="20577"/>
          <ac:spMkLst>
            <pc:docMk/>
            <pc:sldMk cId="1474630756" sldId="256"/>
            <ac:spMk id="2" creationId="{47BED5E4-6B32-4D1D-B0AE-9A057EC52244}"/>
          </ac:spMkLst>
        </pc:spChg>
      </pc:sldChg>
      <pc:sldChg chg="addSp delSp modSp add setBg">
        <pc:chgData name="" userId="e1edebd5ffb98195" providerId="LiveId" clId="{E8FE37EE-F68B-484C-9BDA-A5B31C68D5B0}" dt="2023-12-19T08:53:33.669" v="28" actId="20577"/>
        <pc:sldMkLst>
          <pc:docMk/>
          <pc:sldMk cId="930690991" sldId="270"/>
        </pc:sldMkLst>
        <pc:spChg chg="mod">
          <ac:chgData name="" userId="e1edebd5ffb98195" providerId="LiveId" clId="{E8FE37EE-F68B-484C-9BDA-A5B31C68D5B0}" dt="2023-12-19T08:53:33.669" v="28" actId="20577"/>
          <ac:spMkLst>
            <pc:docMk/>
            <pc:sldMk cId="930690991" sldId="270"/>
            <ac:spMk id="2" creationId="{498A8EA6-AFC6-439B-9355-E80A74026F2A}"/>
          </ac:spMkLst>
        </pc:spChg>
        <pc:spChg chg="add del mod">
          <ac:chgData name="" userId="e1edebd5ffb98195" providerId="LiveId" clId="{E8FE37EE-F68B-484C-9BDA-A5B31C68D5B0}" dt="2023-12-19T08:53:16.934" v="11" actId="20577"/>
          <ac:spMkLst>
            <pc:docMk/>
            <pc:sldMk cId="930690991" sldId="270"/>
            <ac:spMk id="3" creationId="{6B9A8A17-3C2B-4BE8-9D92-7A48DAD866FB}"/>
          </ac:spMkLst>
        </pc:spChg>
        <pc:spChg chg="add del">
          <ac:chgData name="" userId="e1edebd5ffb98195" providerId="LiveId" clId="{E8FE37EE-F68B-484C-9BDA-A5B31C68D5B0}" dt="2023-12-19T08:52:31.016" v="9"/>
          <ac:spMkLst>
            <pc:docMk/>
            <pc:sldMk cId="930690991" sldId="270"/>
            <ac:spMk id="4" creationId="{4BC37BF7-CE60-4A99-86C9-155CE8ECEFCA}"/>
          </ac:spMkLst>
        </pc:spChg>
      </pc:sldChg>
      <pc:sldChg chg="modSp add">
        <pc:chgData name="" userId="e1edebd5ffb98195" providerId="LiveId" clId="{E8FE37EE-F68B-484C-9BDA-A5B31C68D5B0}" dt="2023-12-19T08:53:40.120" v="37" actId="20577"/>
        <pc:sldMkLst>
          <pc:docMk/>
          <pc:sldMk cId="323075777" sldId="271"/>
        </pc:sldMkLst>
        <pc:spChg chg="mod">
          <ac:chgData name="" userId="e1edebd5ffb98195" providerId="LiveId" clId="{E8FE37EE-F68B-484C-9BDA-A5B31C68D5B0}" dt="2023-12-19T08:53:40.120" v="37" actId="20577"/>
          <ac:spMkLst>
            <pc:docMk/>
            <pc:sldMk cId="323075777" sldId="271"/>
            <ac:spMk id="2" creationId="{7F80DF72-A961-45F1-B611-A1E4ABDE9689}"/>
          </ac:spMkLst>
        </pc:spChg>
        <pc:spChg chg="mod">
          <ac:chgData name="" userId="e1edebd5ffb98195" providerId="LiveId" clId="{E8FE37EE-F68B-484C-9BDA-A5B31C68D5B0}" dt="2023-12-19T08:52:10.607" v="6" actId="27636"/>
          <ac:spMkLst>
            <pc:docMk/>
            <pc:sldMk cId="323075777" sldId="271"/>
            <ac:spMk id="3" creationId="{49C9940E-C184-49DF-9B19-438AE09AD417}"/>
          </ac:spMkLst>
        </pc:spChg>
      </pc:sldChg>
      <pc:sldChg chg="modSp add">
        <pc:chgData name="" userId="e1edebd5ffb98195" providerId="LiveId" clId="{E8FE37EE-F68B-484C-9BDA-A5B31C68D5B0}" dt="2023-12-19T09:02:23.536" v="128" actId="20577"/>
        <pc:sldMkLst>
          <pc:docMk/>
          <pc:sldMk cId="3434957232" sldId="272"/>
        </pc:sldMkLst>
        <pc:spChg chg="mod">
          <ac:chgData name="" userId="e1edebd5ffb98195" providerId="LiveId" clId="{E8FE37EE-F68B-484C-9BDA-A5B31C68D5B0}" dt="2023-12-19T09:02:23.536" v="128" actId="20577"/>
          <ac:spMkLst>
            <pc:docMk/>
            <pc:sldMk cId="3434957232" sldId="272"/>
            <ac:spMk id="2" creationId="{9E7168E3-02F3-4FF6-B8DB-881CCC1BFE3A}"/>
          </ac:spMkLst>
        </pc:spChg>
        <pc:spChg chg="mod">
          <ac:chgData name="" userId="e1edebd5ffb98195" providerId="LiveId" clId="{E8FE37EE-F68B-484C-9BDA-A5B31C68D5B0}" dt="2023-12-19T09:01:57.969" v="68" actId="403"/>
          <ac:spMkLst>
            <pc:docMk/>
            <pc:sldMk cId="3434957232" sldId="272"/>
            <ac:spMk id="3" creationId="{9D5808FF-9757-4868-8134-BCCEEF0F7582}"/>
          </ac:spMkLst>
        </pc:spChg>
      </pc:sldChg>
      <pc:sldChg chg="modSp add">
        <pc:chgData name="" userId="e1edebd5ffb98195" providerId="LiveId" clId="{E8FE37EE-F68B-484C-9BDA-A5B31C68D5B0}" dt="2023-12-19T09:01:45.457" v="61" actId="27636"/>
        <pc:sldMkLst>
          <pc:docMk/>
          <pc:sldMk cId="23514150" sldId="273"/>
        </pc:sldMkLst>
        <pc:spChg chg="mod">
          <ac:chgData name="" userId="e1edebd5ffb98195" providerId="LiveId" clId="{E8FE37EE-F68B-484C-9BDA-A5B31C68D5B0}" dt="2023-12-19T09:01:45.457" v="61" actId="27636"/>
          <ac:spMkLst>
            <pc:docMk/>
            <pc:sldMk cId="23514150" sldId="273"/>
            <ac:spMk id="3" creationId="{B0ADE97E-6133-4FD3-9879-CF4B1C9795F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BA20D8-F38B-4D62-8568-A7F6EE9E5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6AE1DD9-0065-4285-A264-93C7D05C6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75A809D-89F9-4ADA-A173-B52FB3364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2DA00-9F4B-465C-9D3D-2EAA26BF04C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3A4BF95-079E-4E5A-B478-E5BE79664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258B2F2-2772-4D65-8D59-C6688ECC9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02E35-F2D4-4464-94DF-80D68F0A9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61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6019BC-B1E3-471C-A471-4F98EE1F3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67BC118-EF58-4A38-91FF-968CD7092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6BFE6F4-ED3F-4F8D-B92C-4C8029375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2DA00-9F4B-465C-9D3D-2EAA26BF04C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F3C8795-6190-46BB-91EE-E8220F00E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F12DD69-D018-4303-907D-7066302E9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02E35-F2D4-4464-94DF-80D68F0A9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029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837DC3-6313-49EF-BDD8-18DE77EB2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B73EE74-E61B-4B37-B597-391D08E0A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FBB8162-FC47-4B3F-B074-704C01274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2DA00-9F4B-465C-9D3D-2EAA26BF04C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CAEBC16-BF39-4A3E-A52B-4801986DA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F150C6A-C8BD-4288-89F3-DDE66E117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02E35-F2D4-4464-94DF-80D68F0A9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153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FD8FAC-83D3-472C-B9AC-2486E3AF5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8D6148E-E03A-499C-9187-714354281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2640AFD-B600-4ECD-9180-D219E3774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4FC08FE-5365-4D23-B88C-5AB30FBBB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2DA00-9F4B-465C-9D3D-2EAA26BF04C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F312E11-87A5-49F3-B084-C48069110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D54FCE1-0E6E-47BD-A7ED-A8BB074AE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02E35-F2D4-4464-94DF-80D68F0A9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302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C57FF0-D858-4911-BCA5-CD148C582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34E4DE8-0C37-40E9-B84A-F4A15F654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EECCFF8-FCDA-4393-B0E5-3403B3C24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F08892A-7863-4EF5-A237-9A8058CA13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80A8D76-54FA-4290-8EAB-4817133D66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2F2DBFC8-4C29-4E8C-AC47-7E6609EAF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2DA00-9F4B-465C-9D3D-2EAA26BF04C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ADDD044-6985-423F-9F70-0D0AECEF1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3253E2F-0A4E-4DF7-AAE0-728D9590D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02E35-F2D4-4464-94DF-80D68F0A9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477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5FBBFC-BE8B-4D94-900C-ED253BDAE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63181A6-1ADD-43F3-B6A8-73FF4B249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2DA00-9F4B-465C-9D3D-2EAA26BF04C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65EBC7E-F143-4CEE-A70D-30B97D123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07AFBA-4AE2-41F2-80E6-53175BA7B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02E35-F2D4-4464-94DF-80D68F0A9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16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749E0E5-129E-4973-AC7B-221305CB0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2DA00-9F4B-465C-9D3D-2EAA26BF04C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4629C33F-0330-4227-BB82-41B043160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759FC63-065D-4E09-AB49-CC45CFA1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02E35-F2D4-4464-94DF-80D68F0A9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12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67C9ED-2014-44D0-B3F8-2B7463E9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CC1EC96-155E-4710-8FA9-34B1F9CF5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4EED4A0-3C58-4AE8-93AB-C6090FD77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60E29FE-128A-4DB6-8491-E96E9DA4A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2DA00-9F4B-465C-9D3D-2EAA26BF04C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13E062C-5460-4B01-9E63-03E29CEA8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02F5C84-34B6-4800-A1E2-8FDC4474F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02E35-F2D4-4464-94DF-80D68F0A9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561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451D0F-9D86-4D6E-82FB-CE567EBD5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EBF5653-A9C0-4A73-83D2-B81DAF8804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2F36A3B-12A9-4828-BAAF-9FF4DD13B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A718205-9CC4-48F5-9FAF-3282D9EA1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2DA00-9F4B-465C-9D3D-2EAA26BF04C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BF4192E-165B-4F18-8E3E-5C6E523E9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CFF2A93-EB68-4951-B1AA-B89C28483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02E35-F2D4-4464-94DF-80D68F0A9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31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31F641-9D17-4050-B2C8-2872FBC9E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ACECE5A-99D7-429D-B250-5B6B42511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D3151D4-0B14-4EE6-97F4-30D979846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2DA00-9F4B-465C-9D3D-2EAA26BF04C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5EF746B-CB29-48DB-A54C-0E8363C6D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DCB2FAC-2D67-4741-9B49-B9981C2C0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02E35-F2D4-4464-94DF-80D68F0A9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39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D3D5B75B-A0D4-4DEA-AEF8-4DC06352F2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0249E24-198B-45D2-87B0-291FE8F5F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9DFC3AF-66C8-4662-B4F2-854F66CC9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2DA00-9F4B-465C-9D3D-2EAA26BF04C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FA688E5-6D8A-4F37-9000-3802771C6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D308B15-5FB9-47D5-825A-B6D1F9160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02E35-F2D4-4464-94DF-80D68F0A9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38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42186BD-C5FD-4C59-82BE-54DE56899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A10D686-8C32-4AD6-9D75-6BF631419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739575B-D0D2-4C80-A70B-12EBCB5567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82DA00-9F4B-465C-9D3D-2EAA26BF04C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86C3E23-9C6C-486C-AA6A-F45D2C356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0813B1C-1FD4-4334-966A-69E9B77B10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02E35-F2D4-4464-94DF-80D68F0A9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903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nodejs/ref_modules.asp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BED5E4-6B32-4D1D-B0AE-9A057EC522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</a:t>
            </a:r>
            <a:r>
              <a:rPr lang="en-US" dirty="0" err="1"/>
              <a:t>nodejs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6B479B7-31FB-466A-B35E-B492A50609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630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0A630C-5E27-49DA-8FFD-E9388FB03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Node.js?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8202D83-0191-481D-98C2-2838FA005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Node.js is an open source server environment</a:t>
            </a:r>
          </a:p>
          <a:p>
            <a:r>
              <a:rPr lang="en-US" dirty="0"/>
              <a:t>Node.js is free</a:t>
            </a:r>
          </a:p>
          <a:p>
            <a:r>
              <a:rPr lang="en-US" dirty="0"/>
              <a:t>Node.js runs on various platforms (Windows, Linux, Unix, Mac OS X, etc.)</a:t>
            </a:r>
          </a:p>
          <a:p>
            <a:r>
              <a:rPr lang="en-US" dirty="0"/>
              <a:t>Node.js uses JavaScript on the server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785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F9FB6A-07FC-43E9-8B29-A36BE074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Node.js?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2C61A4E-6695-4495-81B7-6324E9D7C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is how PHP or ASP handles a file request:</a:t>
            </a:r>
          </a:p>
          <a:p>
            <a:pPr lvl="1"/>
            <a:r>
              <a:rPr lang="en-US" dirty="0"/>
              <a:t>Sends the task to the computer's file system.</a:t>
            </a:r>
          </a:p>
          <a:p>
            <a:pPr lvl="1"/>
            <a:r>
              <a:rPr lang="en-US" dirty="0"/>
              <a:t>Waits while the file system opens and reads the file.</a:t>
            </a:r>
          </a:p>
          <a:p>
            <a:pPr lvl="1"/>
            <a:r>
              <a:rPr lang="en-US" dirty="0"/>
              <a:t>Returns the content to the client.</a:t>
            </a:r>
          </a:p>
          <a:p>
            <a:pPr lvl="1"/>
            <a:r>
              <a:rPr lang="en-US" dirty="0"/>
              <a:t>Ready to handle the next request.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186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E97178-BF1C-4B0F-B0C8-441DCB24D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Node.js?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C873670-17D4-409B-85F7-5633F5E77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is how Node.js handles a file request:</a:t>
            </a:r>
          </a:p>
          <a:p>
            <a:pPr lvl="1"/>
            <a:r>
              <a:rPr lang="en-US" dirty="0"/>
              <a:t>Sends the task to the computer's file system.</a:t>
            </a:r>
          </a:p>
          <a:p>
            <a:pPr lvl="1"/>
            <a:r>
              <a:rPr lang="en-US" dirty="0"/>
              <a:t>Ready to handle the next request.</a:t>
            </a:r>
          </a:p>
          <a:p>
            <a:pPr lvl="1"/>
            <a:r>
              <a:rPr lang="en-US" dirty="0"/>
              <a:t>When the file system has opened and read the file, the server returns the content to the client.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329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40CED3-8580-4340-A688-D67D6927C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Node.js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3814E34-29DB-4610-87D3-BF74B2B73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Node.js can generate dynamic page content</a:t>
            </a:r>
          </a:p>
          <a:p>
            <a:r>
              <a:rPr lang="en-US" dirty="0"/>
              <a:t>Node.js can create, open, read, write, delete, and close files on the server</a:t>
            </a:r>
          </a:p>
          <a:p>
            <a:r>
              <a:rPr lang="en-US" dirty="0"/>
              <a:t>Node.js can collect form data</a:t>
            </a:r>
          </a:p>
          <a:p>
            <a:r>
              <a:rPr lang="en-US" dirty="0"/>
              <a:t>Node.js can add, delete, modify data in your database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190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2B9F25-76F9-408C-87BF-13A230B42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Node.js File?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D0D1D7C-86B2-4814-88CC-9AA3AEB08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Node.js files contain tasks that will be executed on certain events</a:t>
            </a:r>
          </a:p>
          <a:p>
            <a:r>
              <a:rPr lang="en-US" dirty="0"/>
              <a:t>A typical event is someone trying to access a port on the server</a:t>
            </a:r>
          </a:p>
          <a:p>
            <a:r>
              <a:rPr lang="en-US" dirty="0"/>
              <a:t>Node.js files must be initiated on the server before having any effect</a:t>
            </a:r>
          </a:p>
          <a:p>
            <a:r>
              <a:rPr lang="en-US" dirty="0"/>
              <a:t>Node.js files have extension ".</a:t>
            </a:r>
            <a:r>
              <a:rPr lang="en-US" dirty="0" err="1"/>
              <a:t>js</a:t>
            </a:r>
            <a:r>
              <a:rPr lang="en-US" dirty="0"/>
              <a:t>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506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BB5F3C-9590-4C1E-B97B-282867A94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Node.js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8D0A39-F1C5-48F5-81B6-CE29E893A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official Node.js website has installation instructions for Node.js: </a:t>
            </a:r>
            <a:r>
              <a:rPr lang="en-US" dirty="0">
                <a:hlinkClick r:id="rId2"/>
              </a:rPr>
              <a:t>https://nodejs.org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975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Installing Node On </a:t>
            </a:r>
            <a:r>
              <a:rPr lang="en-US" b="1" dirty="0" smtClean="0"/>
              <a:t>Windows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9701" y="1690688"/>
            <a:ext cx="8392598" cy="483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582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Installing Node On Windows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6584" y="1317200"/>
            <a:ext cx="8874607" cy="13450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065" y="2486283"/>
            <a:ext cx="8457126" cy="437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91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Installing Node On Windows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4311" y="1323348"/>
            <a:ext cx="8043377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383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Installing Node On Windows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5679" y="1792500"/>
            <a:ext cx="8340641" cy="446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006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Installing Node On Windows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0895" y="1690688"/>
            <a:ext cx="9110210" cy="4785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08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Verify that Node.js was properly installed or not.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9465" y="1690688"/>
            <a:ext cx="8192573" cy="493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681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964" y="2086903"/>
            <a:ext cx="11026072" cy="240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986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C84B4C-7F47-4259-BA39-512DE231D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Module in Node.js?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036C98E-3998-4F6D-863A-059FC5528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modules to be the same as JavaScript libraries.</a:t>
            </a:r>
          </a:p>
          <a:p>
            <a:r>
              <a:rPr lang="en-US" dirty="0"/>
              <a:t>A set of functions you want to include in your application.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546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597EFF-3AB6-4D76-A47D-BAA029C83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710A26E-B550-4624-8302-CC5C6E691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Node.js has a set of built-in modules which you can use without any further installation.</a:t>
            </a:r>
          </a:p>
          <a:p>
            <a:r>
              <a:rPr lang="en-US" dirty="0"/>
              <a:t>Look at our </a:t>
            </a:r>
            <a:r>
              <a:rPr lang="en-US" dirty="0">
                <a:hlinkClick r:id="rId2"/>
              </a:rPr>
              <a:t>Built-in Modules Reference</a:t>
            </a:r>
            <a:r>
              <a:rPr lang="en-US" dirty="0"/>
              <a:t> for a complete list of modules.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409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852295-B7E1-49DF-8FD5-6B25DDCB8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 Modules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9279D924-CE81-4D5C-BBBF-F2D736838B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1381518" cy="458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067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8A8EA6-AFC6-439B-9355-E80A74026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B9A8A17-3C2B-4BE8-9D92-7A48DAD86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var http = require('http');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//create a server object:</a:t>
            </a:r>
          </a:p>
          <a:p>
            <a:pPr marL="0" indent="0">
              <a:buNone/>
            </a:pPr>
            <a:r>
              <a:rPr lang="en-US" dirty="0" err="1"/>
              <a:t>http.createServer</a:t>
            </a:r>
            <a:r>
              <a:rPr lang="en-US" dirty="0"/>
              <a:t>(function (req, res) 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res.write</a:t>
            </a:r>
            <a:r>
              <a:rPr lang="en-US" dirty="0"/>
              <a:t>('Hello World!'); //write a response to the client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res.end</a:t>
            </a:r>
            <a:r>
              <a:rPr lang="en-US" dirty="0"/>
              <a:t>(); //end the response</a:t>
            </a:r>
          </a:p>
          <a:p>
            <a:pPr marL="0" indent="0">
              <a:buNone/>
            </a:pPr>
            <a:r>
              <a:rPr lang="en-US" dirty="0"/>
              <a:t>}).listen(8080); //the server object listens on port 8080</a:t>
            </a:r>
          </a:p>
        </p:txBody>
      </p:sp>
    </p:spTree>
    <p:extLst>
      <p:ext uri="{BB962C8B-B14F-4D97-AF65-F5344CB8AC3E}">
        <p14:creationId xmlns:p14="http://schemas.microsoft.com/office/powerpoint/2010/main" val="930690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80DF72-A961-45F1-B611-A1E4ABDE9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9C9940E-C184-49DF-9B19-438AE09AD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457200" lvl="1" indent="0">
              <a:buNone/>
            </a:pPr>
            <a:r>
              <a:rPr lang="en-US" dirty="0"/>
              <a:t>// Import the 'http' module</a:t>
            </a:r>
          </a:p>
          <a:p>
            <a:pPr marL="457200" lvl="1" indent="0">
              <a:buNone/>
            </a:pPr>
            <a:r>
              <a:rPr lang="en-US" dirty="0"/>
              <a:t>const http = require('http');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// Define the port number to listen on</a:t>
            </a:r>
          </a:p>
          <a:p>
            <a:pPr marL="457200" lvl="1" indent="0">
              <a:buNone/>
            </a:pPr>
            <a:r>
              <a:rPr lang="en-US" dirty="0"/>
              <a:t>const port = 3000;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// Create an HTTP server</a:t>
            </a:r>
          </a:p>
          <a:p>
            <a:pPr marL="457200" lvl="1" indent="0">
              <a:buNone/>
            </a:pPr>
            <a:r>
              <a:rPr lang="en-US" dirty="0"/>
              <a:t>const server = </a:t>
            </a:r>
            <a:r>
              <a:rPr lang="en-US" dirty="0" err="1"/>
              <a:t>http.createServer</a:t>
            </a:r>
            <a:r>
              <a:rPr lang="en-US" dirty="0"/>
              <a:t>((req, res) =&gt; {</a:t>
            </a:r>
          </a:p>
          <a:p>
            <a:pPr marL="457200" lvl="1" indent="0">
              <a:buNone/>
            </a:pPr>
            <a:r>
              <a:rPr lang="en-US" dirty="0"/>
              <a:t>  // Set the response header with a 200 OK status and text/plain content type</a:t>
            </a:r>
          </a:p>
          <a:p>
            <a:pPr marL="457200" lvl="1" indent="0">
              <a:buNone/>
            </a:pPr>
            <a:r>
              <a:rPr lang="en-US" dirty="0"/>
              <a:t>  </a:t>
            </a:r>
            <a:r>
              <a:rPr lang="en-US" dirty="0" err="1"/>
              <a:t>res.writeHead</a:t>
            </a:r>
            <a:r>
              <a:rPr lang="en-US" dirty="0"/>
              <a:t>(200, { 'Content-Type': 'text/plain' });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  // Send the "Hello, World!" message to the response</a:t>
            </a:r>
          </a:p>
          <a:p>
            <a:pPr marL="457200" lvl="1" indent="0">
              <a:buNone/>
            </a:pPr>
            <a:r>
              <a:rPr lang="en-US" dirty="0"/>
              <a:t>  </a:t>
            </a:r>
            <a:r>
              <a:rPr lang="en-US" dirty="0" err="1"/>
              <a:t>res.end</a:t>
            </a:r>
            <a:r>
              <a:rPr lang="en-US" dirty="0"/>
              <a:t>('Hello, World!\n');</a:t>
            </a:r>
          </a:p>
          <a:p>
            <a:pPr marL="457200" lvl="1" indent="0">
              <a:buNone/>
            </a:pPr>
            <a:r>
              <a:rPr lang="en-US" dirty="0"/>
              <a:t>});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// Start the server and listen on the specified port</a:t>
            </a:r>
          </a:p>
          <a:p>
            <a:pPr marL="457200" lvl="1" indent="0">
              <a:buNone/>
            </a:pPr>
            <a:r>
              <a:rPr lang="en-US" dirty="0" err="1"/>
              <a:t>server.listen</a:t>
            </a:r>
            <a:r>
              <a:rPr lang="en-US" dirty="0"/>
              <a:t>(port, () =&gt; {</a:t>
            </a:r>
          </a:p>
          <a:p>
            <a:pPr marL="457200" lvl="1" indent="0">
              <a:buNone/>
            </a:pPr>
            <a:r>
              <a:rPr lang="en-US" dirty="0"/>
              <a:t>  console.log(`Server running at http://localhost:${port}/`);</a:t>
            </a:r>
          </a:p>
          <a:p>
            <a:pPr marL="457200" lvl="1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75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B9A163-AB4D-4603-AB11-7BDF86113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Built-in HTTP Module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2C1BEF7F-3AE9-4182-852C-16ED37DF12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0036" y="2592852"/>
            <a:ext cx="10771927" cy="251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234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A7BB18-71DB-4015-A54E-2137B3FDF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Node.js as a Web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681FC8A-C333-4F91-9B2F-FBF5EB28D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HTTP module can create an HTTP server that listens to server ports and gives a response back to the client.</a:t>
            </a:r>
          </a:p>
          <a:p>
            <a:r>
              <a:rPr lang="en-US" dirty="0"/>
              <a:t>Use the </a:t>
            </a:r>
            <a:r>
              <a:rPr lang="en-US" dirty="0" err="1"/>
              <a:t>createServer</a:t>
            </a:r>
            <a:r>
              <a:rPr lang="en-US" dirty="0"/>
              <a:t>() method to create an HTTP server: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522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86C266-642D-4CEA-A05E-9AC552D52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Node.js as a Web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9CF13B-DBAD-41D6-8705-DE3FB5F11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var http = require('http');</a:t>
            </a:r>
          </a:p>
          <a:p>
            <a:pPr marL="0" indent="0">
              <a:buNone/>
            </a:pPr>
            <a:r>
              <a:rPr lang="en-US" dirty="0"/>
              <a:t>//create a server object:</a:t>
            </a:r>
          </a:p>
          <a:p>
            <a:pPr marL="0" indent="0">
              <a:buNone/>
            </a:pPr>
            <a:r>
              <a:rPr lang="en-US" dirty="0" err="1"/>
              <a:t>http.createServer</a:t>
            </a:r>
            <a:r>
              <a:rPr lang="en-US" dirty="0"/>
              <a:t>(function (req, res) 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res.write</a:t>
            </a:r>
            <a:r>
              <a:rPr lang="en-US" dirty="0"/>
              <a:t>('Hello World!'); //write a response to the client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res.end</a:t>
            </a:r>
            <a:r>
              <a:rPr lang="en-US" dirty="0"/>
              <a:t>(); //end the response</a:t>
            </a:r>
          </a:p>
          <a:p>
            <a:pPr marL="0" indent="0">
              <a:buNone/>
            </a:pPr>
            <a:r>
              <a:rPr lang="en-US" dirty="0"/>
              <a:t>}).listen(8080); //the server object listens on port 8080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82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54E3F8-C23E-488E-9193-FF8F47BA0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file read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B1C4FF-BC07-4EB1-A51D-E2CC34FC9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457200" lvl="1" indent="0">
              <a:buNone/>
            </a:pPr>
            <a:r>
              <a:rPr lang="en-US" dirty="0"/>
              <a:t>// Import the 'fs' (file system) module</a:t>
            </a:r>
          </a:p>
          <a:p>
            <a:pPr marL="457200" lvl="1" indent="0">
              <a:buNone/>
            </a:pPr>
            <a:r>
              <a:rPr lang="en-US" dirty="0"/>
              <a:t>const fs = require('fs');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// Specify the file path (replace with the path to your file)</a:t>
            </a:r>
          </a:p>
          <a:p>
            <a:pPr marL="457200" lvl="1" indent="0">
              <a:buNone/>
            </a:pPr>
            <a:r>
              <a:rPr lang="en-US" dirty="0"/>
              <a:t>const </a:t>
            </a:r>
            <a:r>
              <a:rPr lang="en-US" dirty="0" err="1"/>
              <a:t>filePath</a:t>
            </a:r>
            <a:r>
              <a:rPr lang="en-US" dirty="0"/>
              <a:t> = 'mohsin.txt';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// Read the contents of the file asynchronously</a:t>
            </a:r>
          </a:p>
          <a:p>
            <a:pPr marL="457200" lvl="1" indent="0">
              <a:buNone/>
            </a:pPr>
            <a:r>
              <a:rPr lang="en-US" dirty="0" err="1"/>
              <a:t>fs.readFile</a:t>
            </a:r>
            <a:r>
              <a:rPr lang="en-US" dirty="0"/>
              <a:t>(</a:t>
            </a:r>
            <a:r>
              <a:rPr lang="en-US" dirty="0" err="1"/>
              <a:t>filePath</a:t>
            </a:r>
            <a:r>
              <a:rPr lang="en-US" dirty="0"/>
              <a:t>, 'utf8', (err, data) =&gt; {</a:t>
            </a:r>
          </a:p>
          <a:p>
            <a:pPr marL="457200" lvl="1" indent="0">
              <a:buNone/>
            </a:pPr>
            <a:r>
              <a:rPr lang="en-US" dirty="0"/>
              <a:t>  // Check for errors</a:t>
            </a:r>
          </a:p>
          <a:p>
            <a:pPr marL="457200" lvl="1" indent="0">
              <a:buNone/>
            </a:pPr>
            <a:r>
              <a:rPr lang="en-US" dirty="0"/>
              <a:t>  if (err) {</a:t>
            </a:r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dirty="0" err="1"/>
              <a:t>console.error</a:t>
            </a:r>
            <a:r>
              <a:rPr lang="en-US" dirty="0"/>
              <a:t>(`Error reading file: ${</a:t>
            </a:r>
            <a:r>
              <a:rPr lang="en-US" dirty="0" err="1"/>
              <a:t>err.message</a:t>
            </a:r>
            <a:r>
              <a:rPr lang="en-US" dirty="0"/>
              <a:t>}`);</a:t>
            </a:r>
          </a:p>
          <a:p>
            <a:pPr marL="457200" lvl="1" indent="0">
              <a:buNone/>
            </a:pPr>
            <a:r>
              <a:rPr lang="en-US" dirty="0"/>
              <a:t>    return;</a:t>
            </a:r>
          </a:p>
          <a:p>
            <a:pPr marL="457200" lvl="1" indent="0">
              <a:buNone/>
            </a:pPr>
            <a:r>
              <a:rPr lang="en-US" dirty="0"/>
              <a:t>  }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  // Output the file content to the console</a:t>
            </a:r>
          </a:p>
          <a:p>
            <a:pPr marL="457200" lvl="1" indent="0">
              <a:buNone/>
            </a:pPr>
            <a:r>
              <a:rPr lang="en-US" dirty="0"/>
              <a:t>  console.log('File Content:');</a:t>
            </a:r>
          </a:p>
          <a:p>
            <a:pPr marL="457200" lvl="1" indent="0">
              <a:buNone/>
            </a:pPr>
            <a:r>
              <a:rPr lang="en-US" dirty="0"/>
              <a:t>  console.log(data);</a:t>
            </a:r>
          </a:p>
          <a:p>
            <a:pPr marL="457200" lvl="1" indent="0">
              <a:buNone/>
            </a:pPr>
            <a:r>
              <a:rPr lang="en-US" dirty="0"/>
              <a:t>});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// This message will be printed before the file is read (asynchronous operation)</a:t>
            </a:r>
          </a:p>
          <a:p>
            <a:pPr marL="457200" lvl="1" indent="0">
              <a:buNone/>
            </a:pPr>
            <a:r>
              <a:rPr lang="en-US" dirty="0"/>
              <a:t>console.log('Reading file...');</a:t>
            </a:r>
          </a:p>
        </p:txBody>
      </p:sp>
    </p:spTree>
    <p:extLst>
      <p:ext uri="{BB962C8B-B14F-4D97-AF65-F5344CB8AC3E}">
        <p14:creationId xmlns:p14="http://schemas.microsoft.com/office/powerpoint/2010/main" val="15227673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7168E3-02F3-4FF6-B8DB-881CCC1BF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and time display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D5808FF-9757-4868-8134-BCCEEF0F7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 fontScale="25000" lnSpcReduction="20000"/>
          </a:bodyPr>
          <a:lstStyle/>
          <a:p>
            <a:pPr marL="1828800" lvl="4" indent="0">
              <a:buNone/>
            </a:pPr>
            <a:r>
              <a:rPr lang="en-US" sz="5600" dirty="0"/>
              <a:t>const http = require('http');</a:t>
            </a:r>
          </a:p>
          <a:p>
            <a:pPr marL="1828800" lvl="4" indent="0">
              <a:buNone/>
            </a:pPr>
            <a:endParaRPr lang="en-US" sz="5600" dirty="0"/>
          </a:p>
          <a:p>
            <a:pPr marL="1828800" lvl="4" indent="0">
              <a:buNone/>
            </a:pPr>
            <a:r>
              <a:rPr lang="en-US" sz="5600" dirty="0"/>
              <a:t>// Create an HTTP server</a:t>
            </a:r>
          </a:p>
          <a:p>
            <a:pPr marL="1828800" lvl="4" indent="0">
              <a:buNone/>
            </a:pPr>
            <a:r>
              <a:rPr lang="en-US" sz="5600" dirty="0"/>
              <a:t>const server = </a:t>
            </a:r>
            <a:r>
              <a:rPr lang="en-US" sz="5600" dirty="0" err="1"/>
              <a:t>http.createServer</a:t>
            </a:r>
            <a:r>
              <a:rPr lang="en-US" sz="5600" dirty="0"/>
              <a:t>((req, res) =&gt; {</a:t>
            </a:r>
          </a:p>
          <a:p>
            <a:pPr marL="1828800" lvl="4" indent="0">
              <a:buNone/>
            </a:pPr>
            <a:r>
              <a:rPr lang="en-US" sz="5600" dirty="0"/>
              <a:t>  // Set the content type to HTML</a:t>
            </a:r>
          </a:p>
          <a:p>
            <a:pPr marL="1828800" lvl="4" indent="0">
              <a:buNone/>
            </a:pPr>
            <a:r>
              <a:rPr lang="en-US" sz="5600" dirty="0"/>
              <a:t>  </a:t>
            </a:r>
            <a:r>
              <a:rPr lang="en-US" sz="5600" dirty="0" err="1"/>
              <a:t>res.writeHead</a:t>
            </a:r>
            <a:r>
              <a:rPr lang="en-US" sz="5600" dirty="0"/>
              <a:t>(200, { 'Content-Type': 'text/html' });</a:t>
            </a:r>
          </a:p>
          <a:p>
            <a:pPr marL="1828800" lvl="4" indent="0">
              <a:buNone/>
            </a:pPr>
            <a:endParaRPr lang="en-US" sz="5600" dirty="0"/>
          </a:p>
          <a:p>
            <a:pPr marL="1828800" lvl="4" indent="0">
              <a:buNone/>
            </a:pPr>
            <a:r>
              <a:rPr lang="en-US" sz="5600" dirty="0"/>
              <a:t>  // Get the current date and time</a:t>
            </a:r>
          </a:p>
          <a:p>
            <a:pPr marL="1828800" lvl="4" indent="0">
              <a:buNone/>
            </a:pPr>
            <a:r>
              <a:rPr lang="en-US" sz="5600" dirty="0"/>
              <a:t>  const </a:t>
            </a:r>
            <a:r>
              <a:rPr lang="en-US" sz="5600" dirty="0" err="1"/>
              <a:t>currentDate</a:t>
            </a:r>
            <a:r>
              <a:rPr lang="en-US" sz="5600" dirty="0"/>
              <a:t> = new Date();</a:t>
            </a:r>
          </a:p>
          <a:p>
            <a:pPr marL="1828800" lvl="4" indent="0">
              <a:buNone/>
            </a:pPr>
            <a:r>
              <a:rPr lang="en-US" sz="5600" dirty="0"/>
              <a:t>  // Format the date and time as a string</a:t>
            </a:r>
          </a:p>
          <a:p>
            <a:pPr marL="1828800" lvl="4" indent="0">
              <a:buNone/>
            </a:pPr>
            <a:r>
              <a:rPr lang="en-US" sz="5600" dirty="0"/>
              <a:t>  const </a:t>
            </a:r>
            <a:r>
              <a:rPr lang="en-US" sz="5600" dirty="0" err="1"/>
              <a:t>formattedDateTime</a:t>
            </a:r>
            <a:r>
              <a:rPr lang="en-US" sz="5600" dirty="0"/>
              <a:t> = </a:t>
            </a:r>
            <a:r>
              <a:rPr lang="en-US" sz="5600" dirty="0" err="1"/>
              <a:t>currentDate.toLocaleString</a:t>
            </a:r>
            <a:r>
              <a:rPr lang="en-US" sz="5600" dirty="0"/>
              <a:t>();</a:t>
            </a:r>
          </a:p>
          <a:p>
            <a:pPr marL="1828800" lvl="4" indent="0">
              <a:buNone/>
            </a:pPr>
            <a:endParaRPr lang="en-US" sz="5600" dirty="0"/>
          </a:p>
          <a:p>
            <a:pPr marL="1828800" lvl="4" indent="0">
              <a:buNone/>
            </a:pPr>
            <a:r>
              <a:rPr lang="en-US" sz="5600" dirty="0"/>
              <a:t>  // Send an HTML response with the formatted date and time</a:t>
            </a:r>
          </a:p>
          <a:p>
            <a:pPr marL="1828800" lvl="4" indent="0">
              <a:buNone/>
            </a:pPr>
            <a:r>
              <a:rPr lang="en-US" sz="5600" dirty="0"/>
              <a:t>  const </a:t>
            </a:r>
            <a:r>
              <a:rPr lang="en-US" sz="5600" dirty="0" err="1"/>
              <a:t>htmlResponse</a:t>
            </a:r>
            <a:r>
              <a:rPr lang="en-US" sz="5600" dirty="0"/>
              <a:t> = `</a:t>
            </a:r>
          </a:p>
          <a:p>
            <a:pPr marL="1828800" lvl="4" indent="0">
              <a:buNone/>
            </a:pPr>
            <a:r>
              <a:rPr lang="en-US" sz="5600" dirty="0"/>
              <a:t>    &lt;html&gt;</a:t>
            </a:r>
          </a:p>
          <a:p>
            <a:pPr marL="1828800" lvl="4" indent="0">
              <a:buNone/>
            </a:pPr>
            <a:r>
              <a:rPr lang="en-US" sz="5600" dirty="0"/>
              <a:t>      &lt;head&gt;</a:t>
            </a:r>
          </a:p>
          <a:p>
            <a:pPr marL="1828800" lvl="4" indent="0">
              <a:buNone/>
            </a:pPr>
            <a:r>
              <a:rPr lang="en-US" sz="5600" dirty="0"/>
              <a:t>        &lt;title&gt;Current Date and Time&lt;/title&gt;</a:t>
            </a:r>
          </a:p>
          <a:p>
            <a:pPr marL="1828800" lvl="4" indent="0">
              <a:buNone/>
            </a:pPr>
            <a:r>
              <a:rPr lang="en-US" sz="5600" dirty="0"/>
              <a:t>      &lt;/head&gt;</a:t>
            </a:r>
          </a:p>
          <a:p>
            <a:pPr marL="1828800" lvl="4" indent="0">
              <a:buNone/>
            </a:pPr>
            <a:r>
              <a:rPr lang="en-US" sz="5600" dirty="0"/>
              <a:t>      &lt;body&gt;</a:t>
            </a:r>
          </a:p>
          <a:p>
            <a:pPr marL="1828800" lvl="4" indent="0">
              <a:buNone/>
            </a:pPr>
            <a:r>
              <a:rPr lang="en-US" sz="5600" dirty="0"/>
              <a:t>        &lt;h1&gt;Current Date and Time&lt;/h1&gt;</a:t>
            </a:r>
          </a:p>
          <a:p>
            <a:pPr marL="1828800" lvl="4" indent="0">
              <a:buNone/>
            </a:pPr>
            <a:r>
              <a:rPr lang="en-US" sz="5600" dirty="0"/>
              <a:t>        &lt;p&gt;${</a:t>
            </a:r>
            <a:r>
              <a:rPr lang="en-US" sz="5600" dirty="0" err="1"/>
              <a:t>formattedDateTime</a:t>
            </a:r>
            <a:r>
              <a:rPr lang="en-US" sz="5600" dirty="0"/>
              <a:t>}&lt;/p&gt;</a:t>
            </a:r>
          </a:p>
          <a:p>
            <a:pPr marL="1828800" lvl="4" indent="0">
              <a:buNone/>
            </a:pPr>
            <a:r>
              <a:rPr lang="en-US" sz="5600" dirty="0"/>
              <a:t>      &lt;/body&gt;</a:t>
            </a:r>
          </a:p>
          <a:p>
            <a:pPr marL="1828800" lvl="4" indent="0">
              <a:buNone/>
            </a:pPr>
            <a:r>
              <a:rPr lang="en-US" sz="5600" dirty="0"/>
              <a:t>    &lt;/html&gt;</a:t>
            </a:r>
          </a:p>
          <a:p>
            <a:pPr marL="1828800" lvl="4" indent="0">
              <a:buNone/>
            </a:pPr>
            <a:r>
              <a:rPr lang="en-US" sz="5600" dirty="0"/>
              <a:t>  `;</a:t>
            </a:r>
          </a:p>
          <a:p>
            <a:pPr marL="1828800" lvl="4" indent="0">
              <a:buNone/>
            </a:pPr>
            <a:r>
              <a:rPr lang="en-US" sz="5600" dirty="0"/>
              <a:t>;</a:t>
            </a:r>
          </a:p>
          <a:p>
            <a:pPr marL="1828800" lvl="4" indent="0">
              <a:buNone/>
            </a:pPr>
            <a:r>
              <a:rPr lang="en-US" sz="5600" dirty="0"/>
              <a:t>});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957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099040-D67E-4679-B962-78294EEF1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0ADE97E-6133-4FD3-9879-CF4B1C979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371600" lvl="3" indent="0">
              <a:buNone/>
            </a:pPr>
            <a:endParaRPr lang="en-US" sz="3200" dirty="0"/>
          </a:p>
          <a:p>
            <a:pPr marL="1371600" lvl="3" indent="0">
              <a:buNone/>
            </a:pPr>
            <a:r>
              <a:rPr lang="en-US" sz="3200" dirty="0"/>
              <a:t>  // Send the HTML response to the client</a:t>
            </a:r>
          </a:p>
          <a:p>
            <a:pPr marL="1371600" lvl="3" indent="0">
              <a:buNone/>
            </a:pPr>
            <a:r>
              <a:rPr lang="en-US" sz="3200" dirty="0"/>
              <a:t>  </a:t>
            </a:r>
            <a:r>
              <a:rPr lang="en-US" sz="3200" dirty="0" err="1"/>
              <a:t>res.end</a:t>
            </a:r>
            <a:r>
              <a:rPr lang="en-US" sz="3200" dirty="0"/>
              <a:t>(</a:t>
            </a:r>
            <a:r>
              <a:rPr lang="en-US" sz="3200" dirty="0" err="1"/>
              <a:t>htmlResponse</a:t>
            </a:r>
            <a:r>
              <a:rPr lang="en-US" sz="3200" dirty="0"/>
              <a:t>);</a:t>
            </a:r>
          </a:p>
          <a:p>
            <a:pPr marL="1371600" lvl="3" indent="0">
              <a:buNone/>
            </a:pPr>
            <a:r>
              <a:rPr lang="en-US" sz="3200" dirty="0"/>
              <a:t>});</a:t>
            </a:r>
          </a:p>
          <a:p>
            <a:pPr marL="1371600" lvl="3" indent="0">
              <a:buNone/>
            </a:pPr>
            <a:endParaRPr lang="en-US" sz="3200" dirty="0"/>
          </a:p>
          <a:p>
            <a:pPr marL="1371600" lvl="3" indent="0">
              <a:buNone/>
            </a:pPr>
            <a:r>
              <a:rPr lang="en-US" sz="3200" dirty="0"/>
              <a:t>// Set the port number to listen on</a:t>
            </a:r>
          </a:p>
          <a:p>
            <a:pPr marL="1371600" lvl="3" indent="0">
              <a:buNone/>
            </a:pPr>
            <a:r>
              <a:rPr lang="en-US" sz="3200" dirty="0"/>
              <a:t>const port = 3000;</a:t>
            </a:r>
          </a:p>
          <a:p>
            <a:pPr marL="1371600" lvl="3" indent="0">
              <a:buNone/>
            </a:pPr>
            <a:endParaRPr lang="en-US" sz="3200" dirty="0"/>
          </a:p>
          <a:p>
            <a:pPr marL="1371600" lvl="3" indent="0">
              <a:buNone/>
            </a:pPr>
            <a:r>
              <a:rPr lang="en-US" sz="3200" dirty="0"/>
              <a:t>// Start the server and listen on the specified port</a:t>
            </a:r>
          </a:p>
          <a:p>
            <a:pPr marL="1371600" lvl="3" indent="0">
              <a:buNone/>
            </a:pPr>
            <a:r>
              <a:rPr lang="en-US" sz="3200" dirty="0" err="1"/>
              <a:t>server.listen</a:t>
            </a:r>
            <a:r>
              <a:rPr lang="en-US" sz="3200" dirty="0"/>
              <a:t>(port, () =&gt; {</a:t>
            </a:r>
          </a:p>
          <a:p>
            <a:pPr marL="1371600" lvl="3" indent="0">
              <a:buNone/>
            </a:pPr>
            <a:r>
              <a:rPr lang="en-US" sz="3200" dirty="0"/>
              <a:t>  console.log(`Server running at http://localhost:${port}/`)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4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909</Words>
  <Application>Microsoft Office PowerPoint</Application>
  <PresentationFormat>Widescreen</PresentationFormat>
  <Paragraphs>144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Introduction to nodejs</vt:lpstr>
      <vt:lpstr>What is Node.js?</vt:lpstr>
      <vt:lpstr>Why Node.js?</vt:lpstr>
      <vt:lpstr>Why Node.js?</vt:lpstr>
      <vt:lpstr>What Can Node.js Do?</vt:lpstr>
      <vt:lpstr>What is a Node.js File?</vt:lpstr>
      <vt:lpstr>Download Node.js</vt:lpstr>
      <vt:lpstr>Installing Node On Windows</vt:lpstr>
      <vt:lpstr>Installing Node On Windows</vt:lpstr>
      <vt:lpstr>Installing Node On Windows</vt:lpstr>
      <vt:lpstr>Installing Node On Windows</vt:lpstr>
      <vt:lpstr>Installing Node On Windows</vt:lpstr>
      <vt:lpstr>Verify that Node.js was properly installed or not.</vt:lpstr>
      <vt:lpstr>PowerPoint Presentation</vt:lpstr>
      <vt:lpstr>What is a Module in Node.js? </vt:lpstr>
      <vt:lpstr>Built-in Modules</vt:lpstr>
      <vt:lpstr>Include Modules</vt:lpstr>
      <vt:lpstr>Example 1</vt:lpstr>
      <vt:lpstr>Example 2</vt:lpstr>
      <vt:lpstr>The Built-in HTTP Module</vt:lpstr>
      <vt:lpstr>Node.js as a Web Server</vt:lpstr>
      <vt:lpstr>Node.js as a Web Server</vt:lpstr>
      <vt:lpstr>How to file read data</vt:lpstr>
      <vt:lpstr>Date and time display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Mohsin Malik</dc:creator>
  <cp:lastModifiedBy>Mohsin Malik</cp:lastModifiedBy>
  <cp:revision>9</cp:revision>
  <dcterms:created xsi:type="dcterms:W3CDTF">2023-12-19T08:07:21Z</dcterms:created>
  <dcterms:modified xsi:type="dcterms:W3CDTF">2024-05-07T08:51:15Z</dcterms:modified>
</cp:coreProperties>
</file>